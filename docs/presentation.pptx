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PROJEKT-PITCH  ·  MAI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Lead-Erfassung mit KI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wir neue Kunden 24/7 erkennen, strukturieren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 in Salesforce anlegen — ohne manuelle Recherche.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2743200" cy="0"/>
          </a:xfrm>
          <a:prstGeom prst="line">
            <a:avLst/>
          </a:prstGeom>
          <a:noFill/>
          <a:ln w="25400">
            <a:solidFill>
              <a:srgbClr val="7AB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Für Marketing &amp;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 wir heute stehen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Lead-Recherche ist manuell, langsam und uneinheitlich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57784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 Recherche frisst Zeit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Lead 5–10 Minuten Google, LinkedIn, Impressum kopieren. Nicht skalierbar.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57784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73152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gehen verloren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Kontaktdaten aus E-Mail-Signaturen werden selten erfasst. Potenzial bleibt liegen.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57784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480560"/>
            <a:ext cx="73152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617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Datenqualität schwankt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Jeder erfasst anders. Salesforce-Datensätze sind unvollständig, Duplikate häufen sich.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463040"/>
            <a:ext cx="5029200" cy="4617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Heute verlieren wir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15–30</a:t>
            </a:r>
            <a:endParaRPr lang="en-US" sz="11000" dirty="0"/>
          </a:p>
        </p:txBody>
      </p:sp>
      <p:sp>
        <p:nvSpPr>
          <p:cNvPr id="21" name="Text 19"/>
          <p:cNvSpPr/>
          <p:nvPr/>
        </p:nvSpPr>
        <p:spPr>
          <a:xfrm>
            <a:off x="6766560" y="3840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Stunden manueller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Recherche pro Monat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4846320"/>
            <a:ext cx="1371600" cy="0"/>
          </a:xfrm>
          <a:prstGeom prst="line">
            <a:avLst/>
          </a:prstGeom>
          <a:noFill/>
          <a:ln w="25400">
            <a:solidFill>
              <a:srgbClr val="7AB0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…plus unbekannte Anzahl Leads, die wir nie erfassen.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Unsere Lösung in einem Bild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Zwei automatisierte Kanäle, ein einheitliches Format, direkter Weg nach Salesforce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291840" cy="2926080"/>
          </a:xfrm>
          <a:prstGeom prst="rect">
            <a:avLst/>
          </a:prstGeom>
          <a:solidFill>
            <a:srgbClr val="EEF6DC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ERKENNEN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Eingangskanäle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Web-Recherche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Täglich neue Wunschkunden
aus dem Internet finden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E-Mail-Signaturen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 jeder neuen Mail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Kontaktdaten auslesen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5400000">
            <a:off x="3977640" y="3383280"/>
            <a:ext cx="457200" cy="548640"/>
          </a:xfrm>
          <a:prstGeom prst="rtTriangle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194560"/>
            <a:ext cx="329184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VERARBEITEN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KI-Service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 extrahieren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Firma, Name, Mail, Telefon,
Branche – strukturiert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Qualität prüfen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Duplikate erkennen, fehlende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Felder, Plausibilität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7955280" y="3383280"/>
            <a:ext cx="457200" cy="548640"/>
          </a:xfrm>
          <a:prstGeom prst="rtTriangle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194560"/>
            <a:ext cx="3108960" cy="2926080"/>
          </a:xfrm>
          <a:prstGeom prst="rect">
            <a:avLst/>
          </a:prstGeom>
          <a:solidFill>
            <a:srgbClr val="EEF6DC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ÜBERGEBEN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32520" y="33832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5 Minuten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Neue Leads landen
automatisch in der
Sales-Queue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Standard-Prozess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arbeitet weiter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gewohnt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automatisch  ·  einheitliches Datenformat  ·  Qualitätskontrolle eingebaut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Kanal 1: Web-Recherche (proaktiv)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 suchen aktiv nach neuen Wunschkunden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es funktioniert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Suchkriterien festlegen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Sales-Team definiert: welche Branche, welche Region, welche Firmengröße.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 Nacht automatisch suchen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System findet passende Unternehmen und reichert sie mit öffentlichen Daten 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Strukturiert übergeben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7274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Firma, Kontakt, Mail, Telefon, Branche — alles in einheitlichem Format.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4846320" cy="480060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371600"/>
            <a:ext cx="48463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BEISPIEL-LEAD AUS DEM WEB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Müller Maschinenbau GmbH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mueller-maschinen.de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Kontakt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Anna Beck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Einkaufsleitung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a.beck@mueller-maschinen.de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+49 89 123456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Maschinenbau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4892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Mitarbeiter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5303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78240" y="5303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München, 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Kanal 2: E-Mail-Signaturen (reaktiv)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 neue Mail kann ein Lead sein — wir lesen automatisch aus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Wie es funktioniert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Mail kommt 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Eine neue externe Mail erreicht unsere Sales-Mailbox in Outlook.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 erkennen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KI liest den Signatur-Block aus und erkennt die Felder automatisch.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anlegen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7274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 landen im gleichen Format wie aus Kanal 1 — gleiche Qualitätsprüfung.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4846320" cy="4800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5E8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371600"/>
            <a:ext cx="48463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BEISPIEL-MAIL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965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Von: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thomas.weber@solar-nord.de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Betreff: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Anfrage Produktinfos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2697480"/>
            <a:ext cx="4480560" cy="0"/>
          </a:xfrm>
          <a:prstGeom prst="line">
            <a:avLst/>
          </a:prstGeom>
          <a:noFill/>
          <a:ln w="12700">
            <a:solidFill>
              <a:srgbClr val="D5E8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7889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Sehr geehrte Damen und Herren,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bitte senden Sie mir Ihre aktuellen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Produktunterlagen zu.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 freundlichen Grüßen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4251960"/>
            <a:ext cx="4572000" cy="1828800"/>
          </a:xfrm>
          <a:prstGeom prst="rect">
            <a:avLst/>
          </a:prstGeom>
          <a:solidFill>
            <a:srgbClr val="EEF6DC"/>
          </a:solidFill>
          <a:ln w="25400">
            <a:solidFill>
              <a:srgbClr val="7AB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Thomas Weber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4617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Geschäftsführer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48920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 Nord GmbH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Hafenstraße 12, 22767 Hamburg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Tel: +49 40 555 1234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thomas.weber@solar-nord.de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6126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KI extrahiert automatisch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Qualitätssicherung: Mensch trifft Maschine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Nicht jeder Lead landet automatisch in Salesforce — bei Unsicherheit entscheidet ein Mensch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4114800"/>
          </a:xfrm>
          <a:prstGeom prst="rect">
            <a:avLst/>
          </a:prstGeom>
          <a:solidFill>
            <a:srgbClr val="E6F4EC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611880" cy="54864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DIREKT ANLEGEN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 Datenqualität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Pflichtfelder vorhanden, Domain bekannt, Plausibilität ok.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3063240" cy="0"/>
          </a:xfrm>
          <a:prstGeom prst="line">
            <a:avLst/>
          </a:prstGeom>
          <a:noFill/>
          <a:ln w="12700">
            <a:solidFill>
              <a:srgbClr val="2C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8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Automatischer Push nach Salesforce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611880" cy="4114800"/>
          </a:xfrm>
          <a:prstGeom prst="rect">
            <a:avLst/>
          </a:prstGeom>
          <a:solidFill>
            <a:srgbClr val="FDF1DA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63040"/>
            <a:ext cx="3611880" cy="54864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554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KURZ PRÜFEN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Mittlere Qualität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Pflichtfelder ok, aber neue Domain oder ungewöhnliche Werte.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4572000"/>
            <a:ext cx="30632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Mail an Sales mit „Anlegen / Verwerfen"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463040"/>
            <a:ext cx="3611880" cy="4114800"/>
          </a:xfrm>
          <a:prstGeom prst="rect">
            <a:avLst/>
          </a:prstGeom>
          <a:solidFill>
            <a:srgbClr val="FBEAE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463040"/>
            <a:ext cx="3611880" cy="54864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554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VERWERFEN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Niedrige Qualität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1248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Pflichtfelder fehlen oder Daten nicht plausibel.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4572000"/>
            <a:ext cx="3063240" cy="0"/>
          </a:xfrm>
          <a:prstGeom prst="line">
            <a:avLst/>
          </a:prstGeom>
          <a:noFill/>
          <a:ln w="12700">
            <a:solidFill>
              <a:srgbClr val="B2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Nicht angelegt, mit Begründung archiviert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Ergebnis: Wir sehen keinen Müll in Salesforce — und kein echter Lead geht verloren.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sich für das Sales-Team ändert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Spoiler: nichts an den Tools. Aber vieles an der Qualität der Pipeline.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212080" cy="457200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Manueller Prozess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recherchiert jeden Lead selbst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Signaturen werden selten abgetippt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Datenqualität in SF schwankt stark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Duplikate sammeln sich 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Reaktionszeit auf neue Mails: Stunden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572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NACHHER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11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Automatisierter Prozess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landen automatisch in der Queue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 Mail-Signatur wird erfasst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Einheitliches Datenformat überall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389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389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Duplikate werden automatisch erkannt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4892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Reaktionszeit auf neue Mails: Minuten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nutzt weiterhin Salesforce wie gewohnt — bekommt aber mehr, bessere und schnellere Leads.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Technischer Tool-Stack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Welche Bausteine wir einsetzen — und warum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 hier technischer Teil – Details für IT / Entwicklung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36118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EINGANGSKANÄLE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Web-Lead-Discovery + Enrichment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Outlook-Mail-Push in Echtzeit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69164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691640"/>
            <a:ext cx="36118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VERARBEITUNG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+ FastAPI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Webhook-Endpoints, Logik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 (Haiku)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Strukturierte Datenextraktion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69164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691640"/>
            <a:ext cx="36118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&amp; JOBS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2194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Lead-Datenbank, eine Datei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APScheduler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Cron-Jobs im Service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23360"/>
            <a:ext cx="3611880" cy="3657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AUSGABE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 REST API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Lead.create alle 5 Minuten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303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SMTP / Magic Links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5623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Review-Mails ans Sales-Team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43400" y="402336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4023360"/>
            <a:ext cx="3611880" cy="3657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&amp; BETRIEB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628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+ docker-compose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2628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Containerisierter Stack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26280" y="5303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Hetzner VPS + Caddy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26280" y="5623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in DE, HTTPS, ~10 €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8160" y="402336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4023360"/>
            <a:ext cx="3611880" cy="3657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ENTWICKLUNG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104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2104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Vibe-Coding, schreibt den Großteil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5303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321040" y="5623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Tests, CI, Deployment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Datenfluss Kanal 1: Web-Recherche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Vom Suchkriterium bis zum Salesforce-Lead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16916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EMPFANG &amp; VERARBEITUNG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121408"/>
            <a:ext cx="548640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0" y="1828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ÜBERGABE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58200" y="2121408"/>
            <a:ext cx="315468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0320"/>
            <a:ext cx="1600200" cy="21945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Clay.com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520440"/>
            <a:ext cx="3657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6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täglich 03:00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85416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41448" y="256032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78608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78608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78608" y="352044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/ingest/clay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78608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HMAC-signiert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78224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34256" y="256032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71416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71416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71416" y="352044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auf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Lead-Schema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71416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Python-Service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71032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27064" y="256032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64224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Validierung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4224" y="352044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Pflichtfelder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64224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deterministisch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63840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19872" y="256032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57032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57032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Sync-Job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57032" y="352044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57032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Lead.create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5 Min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57032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APScheduler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756648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012680" y="2560320"/>
            <a:ext cx="1600200" cy="21945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14984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49840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149840" y="3520440"/>
            <a:ext cx="3657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49840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angelegt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149840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6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Auslöser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in Clay (täglich)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34340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Datenmenge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34340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~50–200 Leads / Lauf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13816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Verzögerung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13816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max. 5 Min bis Salesforce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Datenfluss Kanal 2: E-Mail-Signaturen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Push-Trigger in Echtzeit — Mail rein, Lead raus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16916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645920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EMPFANG, EXTRAKTION &amp; QUALITÄT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938528"/>
            <a:ext cx="90068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77440"/>
            <a:ext cx="1783080" cy="178308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657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Neue 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Mailbox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6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Mailbox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9057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7744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1460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 Graph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51460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Push-Webhook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Echtzeit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509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5196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8912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8912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+ Header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/ingest/email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961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2648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6364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Extern? Auto?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Bekannt?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Vorab-Check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1413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0100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13816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13816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extrahieren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3816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JSON-Schema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8865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87552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01268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1268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Validierung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001268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1268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Qualitäts-Score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1268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0–5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nach Score-Berechnung →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937760"/>
            <a:ext cx="3611880" cy="868680"/>
          </a:xfrm>
          <a:prstGeom prst="rect">
            <a:avLst/>
          </a:prstGeom>
          <a:solidFill>
            <a:srgbClr val="EEF6DC"/>
          </a:solidFill>
          <a:ln w="12700">
            <a:solidFill>
              <a:srgbClr val="EEF6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4937760"/>
            <a:ext cx="91440" cy="86868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047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≥ 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22960" y="5376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Auto-Push nach Salesforce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343400" y="4937760"/>
            <a:ext cx="361188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43400" y="4937760"/>
            <a:ext cx="914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5047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2–3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617720" y="5376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Review-Mail an Sales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138160" y="4937760"/>
            <a:ext cx="361188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38160" y="4937760"/>
            <a:ext cx="91440" cy="8686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5047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≤ 1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412480" y="5376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Verworfen, archiviert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BACKGROUND-JOBS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Subscription-Renewal alle 48 h   ·   Dead-Man's-Switch stündlich   ·   Backup täglich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System-Architektur: Was läuft wo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 Server, vier externe Dienste, klare Trennung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EINGÄNGE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6060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UNSER SERVER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03320" y="1892808"/>
            <a:ext cx="475488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AUSGÄNGE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06840" y="1892808"/>
            <a:ext cx="26060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103120"/>
            <a:ext cx="4754880" cy="3657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2103120"/>
            <a:ext cx="475488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1762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HETZNER VPS · Deutschland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23591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 – ein Stack, eine Maschine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78892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788920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3337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· LLM-Calls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Review-UI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13248" y="278892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13248" y="2788920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Datenbank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0408" y="3337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leads-Tabelle 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Datei-Volume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94576" y="278892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94576" y="2788920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31736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Caddy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31736" y="3337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HTTPS-Proxy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Encrypt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31920" y="4224528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4224528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69080" y="477316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· Renewal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Backup-Jobs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13248" y="4224528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3248" y="4224528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50408" y="477316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Uptime-Checks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Alerting per Mail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94576" y="4224528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94576" y="4224528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31736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&amp; Backup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31736" y="477316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strukturiert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tägl. Storage-Box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22860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2286000"/>
            <a:ext cx="73152" cy="1188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Clay.com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724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Web-Lead-Discovery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täglich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1148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8640" y="4114800"/>
            <a:ext cx="73152" cy="1188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77240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Mailbox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Subscriptions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06840" y="22860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06840" y="2286000"/>
            <a:ext cx="73152" cy="1188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23544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Datenextraktion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006840" y="41148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006840" y="4114800"/>
            <a:ext cx="73152" cy="1188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235440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Lead.create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154680" y="288036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154680" y="470916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458200" y="288036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458200" y="470916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Alles läuft auf einer Maschine in Deutschland.   Bei Ausfall: dokumentiertes Recovery-Runbook, ~30 Min Wiederherstellung.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Fahrplan: 5 Wochen bis Produktivbetrieb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 bauen iterativ — nach Woche 2 läuft bereits das erste Stück produktiv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50800">
            <a:solidFill>
              <a:srgbClr val="D5E8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3429000"/>
            <a:ext cx="457200" cy="45720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45920"/>
            <a:ext cx="2011680" cy="45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Vorbereitung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Zugänge, Freigaben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(IT, Legal, Salesforce)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3429000"/>
            <a:ext cx="457200" cy="45720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54680" y="3931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5623560"/>
            <a:ext cx="2011680" cy="45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023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297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Skelett &amp; Salesforce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4663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Grundgerüst läuft, Dummy-Leads erreichen Salesforce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429000"/>
            <a:ext cx="457200" cy="457200"/>
          </a:xfrm>
          <a:prstGeom prst="ellipse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4960" y="1645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645920"/>
            <a:ext cx="201168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E-Mail-Kanal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32120" y="2377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Outlook-Anbindung, Signatur-Auslese, erste echte Leads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3429000"/>
            <a:ext cx="457200" cy="457200"/>
          </a:xfrm>
          <a:prstGeom prst="ellipse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35240" y="3931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5623560"/>
            <a:ext cx="201168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4023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297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Web-Kanal + Review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72400" y="4663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Clay-Integration, Freigabe-Mails ans Sales-Team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652760" y="3429000"/>
            <a:ext cx="457200" cy="457200"/>
          </a:xfrm>
          <a:prstGeom prst="ellipse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527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875520" y="1645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0" y="1645920"/>
            <a:ext cx="2011680" cy="4572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8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1268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Go-Live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012680" y="2377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Monitoring, Schulung, Produktivbetrieb startet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Aufwand: ~16 Personentage verteilt auf Dev, Sales-Ops, IT, Salesforce-Admin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Kosten und Wertbeitrag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Rechnung ist schon ab dem ersten Monat positiv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Laufende Kosten pro Monat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00" cy="411480"/>
          </a:xfrm>
          <a:prstGeom prst="rect">
            <a:avLst/>
          </a:prstGeom>
          <a:solidFill>
            <a:srgbClr val="F9FAFB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Clay.com (Lead-Quelle)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150–350 €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486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KI-Modell (Datenauslese)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~15 €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486400" cy="411480"/>
          </a:xfrm>
          <a:prstGeom prst="rect">
            <a:avLst/>
          </a:prstGeom>
          <a:solidFill>
            <a:srgbClr val="F9FAFB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(Hetzner)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486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Entwickler-Tools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~80 €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solidFill>
            <a:srgbClr val="F9FAFB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&amp; Salesforce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0 € *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54864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ca. 255–455 € / Monat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enthalten in bestehenden Lizenzen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371600"/>
            <a:ext cx="484632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WERTBEITRAG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2103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750–1.500 €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676656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eingesparter Aufwand / Monat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29600" y="3840480"/>
            <a:ext cx="1920240" cy="0"/>
          </a:xfrm>
          <a:prstGeom prst="line">
            <a:avLst/>
          </a:prstGeom>
          <a:noFill/>
          <a:ln w="25400">
            <a:solidFill>
              <a:srgbClr val="7AB0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Basis-Annahme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4343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automatische Leads/Monat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5–10 Min Recherche gespart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15–30 Stunden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50 € Vollkosten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5715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Break-even ab Monat 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Risiken und wie wir sie adressieren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 haben die wichtigsten Stolpersteine eingeplant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DSGVO / Datenschutz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508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Vorab-Freigabe durch Legal. Klare Trennung: wir legen Leads an — die Entscheidung zur Kontaktaufnahme bleibt manuell beim Sales-Team.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7744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68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 macht Fehler bei der Extraktion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Blackbox: deterministische Prüfregeln und Human-Review-Schritt bei unsicheren Daten.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29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Sales-Queue wird mit schlechten Leads geflutet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Dedup-Logik erkennt Duplikate. Qualitätsstufen filtern bevor etwas in Salesforce landet.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9768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89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fällt unbemerkt aus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4389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meldet Ausfälle aktiv per Mail. Tägliche Backups, dokumentierte Wiederherstellung.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25780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49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Abhängigkeit von externem Dienstleister (Clay)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5349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Unser Datenformat ist eigen. Clay ist eine austauschbare Quelle — wir können später eigene Recherche bauen.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wir vom Team brauchen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Damit wir nächste Woche starten können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109728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Freigabe Budget und Projekt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Rahmen ~460 € / Monat, ~16 Personentage über 5 Wochen.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417320"/>
            <a:ext cx="109728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54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DSGVO-Bewertung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1945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Klärung der zulässigen Datenhaltung für B2B-Leads.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34640"/>
            <a:ext cx="109728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71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Microsoft-Zugang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Azure-App-Freigabe für Zugriff auf die Sales-Mailbox.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8346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834640"/>
            <a:ext cx="109728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971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SALES-LEAD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246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Pilot-Scope definieren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3611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Welche Branche, welche Region, welche Mailbox starten wir?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251960"/>
            <a:ext cx="109728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389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SALES-OPS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Suchkriterien &amp; Review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0292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Suchprofile pflegen, Stichproben bei Lead-Qualität reviewen.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25196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4251960"/>
            <a:ext cx="109728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389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SF-ADMIN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Salesforce-Setup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46520" y="50292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Sandbox-Zugang und drei Custom Fields anlegen.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Konkrete nächste Schritte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 diese und nächste Woche passiert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4572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73152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DIESE WOCHE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Entscheidung &amp; Zugänge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Go-Entscheidung &amp; Budget-Freigabe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38328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DSGVO-Bewertung anstoßen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02336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Sales-Lead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Pilot-Branche &amp; Mailbox festlegen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66344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Projekt-Lead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Product-Owner-Rolle besetzen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30352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257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5486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GitHub-Repo + Claude Code Setup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1508760"/>
            <a:ext cx="5440680" cy="4572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508760"/>
            <a:ext cx="5440680" cy="73152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NÄCHSTE WOCHE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0: Voraussetzungen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720840" y="274320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App Registration anlegen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20840" y="338328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SF-Admin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3566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 + 3 Custom Fields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20840" y="402336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Sales-Ops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Clay-Account &amp; erste Suchprofile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20840" y="466344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VPS bestellen, DNS konfigurieren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20840" y="530352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5257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5486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API-Keys einrichten, Skeleton starten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6172200"/>
            <a:ext cx="112928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199632"/>
            <a:ext cx="11292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Ziel: Freitag dieser Woche steht die Entscheidung   ·   Montag der Folgewoche startet Sprint 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Detaillierte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Wochen Umsetzung — was wann passiert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057400"/>
            <a:ext cx="0" cy="4206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057400"/>
            <a:ext cx="0" cy="4206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057400"/>
            <a:ext cx="0" cy="4206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Woche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2640" y="2057400"/>
            <a:ext cx="0" cy="4206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057400"/>
            <a:ext cx="914400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626364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58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0  Voraussetzungen &amp; Freigaben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2286000"/>
            <a:ext cx="173736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  Skelett &amp; Salesforce-Sync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788920"/>
            <a:ext cx="118872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64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  Outlook-Pipeline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3291840"/>
            <a:ext cx="228600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  Clay-Integration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3794760"/>
            <a:ext cx="82296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70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4  Review-Flow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23960" y="4297680"/>
            <a:ext cx="45720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731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5  Go-Live &amp; Monitoring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72600" y="4800600"/>
            <a:ext cx="118872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760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Soft-Launch &amp; Retro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652760" y="5303520"/>
            <a:ext cx="82296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9080" y="6126480"/>
            <a:ext cx="274320" cy="27432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6464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Zugänge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stehen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6126480"/>
            <a:ext cx="274320" cy="27432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6464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SF-Sync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läuft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555480" y="6126480"/>
            <a:ext cx="274320" cy="27432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6464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Echte Leads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DB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384280" y="6126480"/>
            <a:ext cx="274320" cy="27432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44200" y="6464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Produktiv-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betrieb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309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MEILENSTEINE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6400800"/>
            <a:ext cx="228600" cy="164592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6382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Arbeitspaket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6400800"/>
            <a:ext cx="164592" cy="164592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6382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Meilenstein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638251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Sprints laufen teilweise parallel — Voraussetzungen (Sprint 0) blockieren nichts.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Lead-Automatisierung  |  Pitch fürs Team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Diskussion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200400" cy="0"/>
          </a:xfrm>
          <a:prstGeom prst="line">
            <a:avLst/>
          </a:prstGeom>
          <a:noFill/>
          <a:ln w="38100">
            <a:solidFill>
              <a:srgbClr val="7AB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Fragen, Bedenken, Vorschläge — jetzt ist der Moment.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Nächster Schritt: Entscheidung bis Ende der Woche, Start Sprint 0 nächsten Montag.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Automatisierte Lead-Erfassung mit KI</dc:title>
  <dc:subject>PptxGenJS Presentation</dc:subject>
  <dc:creator>Lead-Automatisierung Projekt</dc:creator>
  <cp:lastModifiedBy>Lead-Automatisierung Projekt</cp:lastModifiedBy>
  <cp:revision>1</cp:revision>
  <dcterms:created xsi:type="dcterms:W3CDTF">2026-05-10T22:33:53Z</dcterms:created>
  <dcterms:modified xsi:type="dcterms:W3CDTF">2026-05-10T22:33:53Z</dcterms:modified>
</cp:coreProperties>
</file>